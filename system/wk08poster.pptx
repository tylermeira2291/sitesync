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5" r:id="rId1"/>
  </p:sldMasterIdLst>
  <p:notesMasterIdLst>
    <p:notesMasterId r:id="rId3"/>
  </p:notesMasterIdLst>
  <p:handoutMasterIdLst>
    <p:handoutMasterId r:id="rId4"/>
  </p:handoutMasterIdLst>
  <p:sldIdLst>
    <p:sldId id="264" r:id="rId2"/>
  </p:sldIdLst>
  <p:sldSz cx="43891200" cy="32918400"/>
  <p:notesSz cx="6858000" cy="9144000"/>
  <p:defaultTextStyle>
    <a:defPPr>
      <a:defRPr lang="en-US"/>
    </a:defPPr>
    <a:lvl1pPr marL="0" algn="l" defTabSz="2194560" rtl="0" eaLnBrk="1" latinLnBrk="0" hangingPunct="1">
      <a:defRPr sz="8640" kern="1200">
        <a:solidFill>
          <a:schemeClr val="tx1"/>
        </a:solidFill>
        <a:latin typeface="+mn-lt"/>
        <a:ea typeface="+mn-ea"/>
        <a:cs typeface="+mn-cs"/>
      </a:defRPr>
    </a:lvl1pPr>
    <a:lvl2pPr marL="2194560" algn="l" defTabSz="2194560" rtl="0" eaLnBrk="1" latinLnBrk="0" hangingPunct="1">
      <a:defRPr sz="8640" kern="1200">
        <a:solidFill>
          <a:schemeClr val="tx1"/>
        </a:solidFill>
        <a:latin typeface="+mn-lt"/>
        <a:ea typeface="+mn-ea"/>
        <a:cs typeface="+mn-cs"/>
      </a:defRPr>
    </a:lvl2pPr>
    <a:lvl3pPr marL="4389120" algn="l" defTabSz="2194560" rtl="0" eaLnBrk="1" latinLnBrk="0" hangingPunct="1">
      <a:defRPr sz="8640" kern="1200">
        <a:solidFill>
          <a:schemeClr val="tx1"/>
        </a:solidFill>
        <a:latin typeface="+mn-lt"/>
        <a:ea typeface="+mn-ea"/>
        <a:cs typeface="+mn-cs"/>
      </a:defRPr>
    </a:lvl3pPr>
    <a:lvl4pPr marL="6583680" algn="l" defTabSz="2194560" rtl="0" eaLnBrk="1" latinLnBrk="0" hangingPunct="1">
      <a:defRPr sz="8640" kern="1200">
        <a:solidFill>
          <a:schemeClr val="tx1"/>
        </a:solidFill>
        <a:latin typeface="+mn-lt"/>
        <a:ea typeface="+mn-ea"/>
        <a:cs typeface="+mn-cs"/>
      </a:defRPr>
    </a:lvl4pPr>
    <a:lvl5pPr marL="8778240" algn="l" defTabSz="2194560" rtl="0" eaLnBrk="1" latinLnBrk="0" hangingPunct="1">
      <a:defRPr sz="8640" kern="1200">
        <a:solidFill>
          <a:schemeClr val="tx1"/>
        </a:solidFill>
        <a:latin typeface="+mn-lt"/>
        <a:ea typeface="+mn-ea"/>
        <a:cs typeface="+mn-cs"/>
      </a:defRPr>
    </a:lvl5pPr>
    <a:lvl6pPr marL="10972800" algn="l" defTabSz="2194560" rtl="0" eaLnBrk="1" latinLnBrk="0" hangingPunct="1">
      <a:defRPr sz="8640" kern="1200">
        <a:solidFill>
          <a:schemeClr val="tx1"/>
        </a:solidFill>
        <a:latin typeface="+mn-lt"/>
        <a:ea typeface="+mn-ea"/>
        <a:cs typeface="+mn-cs"/>
      </a:defRPr>
    </a:lvl6pPr>
    <a:lvl7pPr marL="13167360" algn="l" defTabSz="2194560" rtl="0" eaLnBrk="1" latinLnBrk="0" hangingPunct="1">
      <a:defRPr sz="8640" kern="1200">
        <a:solidFill>
          <a:schemeClr val="tx1"/>
        </a:solidFill>
        <a:latin typeface="+mn-lt"/>
        <a:ea typeface="+mn-ea"/>
        <a:cs typeface="+mn-cs"/>
      </a:defRPr>
    </a:lvl7pPr>
    <a:lvl8pPr marL="15361920" algn="l" defTabSz="2194560" rtl="0" eaLnBrk="1" latinLnBrk="0" hangingPunct="1">
      <a:defRPr sz="8640" kern="1200">
        <a:solidFill>
          <a:schemeClr val="tx1"/>
        </a:solidFill>
        <a:latin typeface="+mn-lt"/>
        <a:ea typeface="+mn-ea"/>
        <a:cs typeface="+mn-cs"/>
      </a:defRPr>
    </a:lvl8pPr>
    <a:lvl9pPr marL="17556480" algn="l" defTabSz="2194560" rtl="0" eaLnBrk="1" latinLnBrk="0" hangingPunct="1">
      <a:defRPr sz="864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662" userDrawn="1">
          <p15:clr>
            <a:srgbClr val="A4A3A4"/>
          </p15:clr>
        </p15:guide>
        <p15:guide id="2" orient="horz" pos="2074" userDrawn="1">
          <p15:clr>
            <a:srgbClr val="A4A3A4"/>
          </p15:clr>
        </p15:guide>
        <p15:guide id="3" orient="horz" pos="17280" userDrawn="1">
          <p15:clr>
            <a:srgbClr val="A4A3A4"/>
          </p15:clr>
        </p15:guide>
        <p15:guide id="4" orient="horz" pos="10368" userDrawn="1">
          <p15:clr>
            <a:srgbClr val="A4A3A4"/>
          </p15:clr>
        </p15:guide>
        <p15:guide id="5" pos="25574" userDrawn="1">
          <p15:clr>
            <a:srgbClr val="A4A3A4"/>
          </p15:clr>
        </p15:guide>
        <p15:guide id="6" pos="13824" userDrawn="1">
          <p15:clr>
            <a:srgbClr val="A4A3A4"/>
          </p15:clr>
        </p15:guide>
        <p15:guide id="7" pos="207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clrMode="gray"/>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B34"/>
    <a:srgbClr val="141313"/>
    <a:srgbClr val="008EC8"/>
    <a:srgbClr val="AFC82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717" autoAdjust="0"/>
    <p:restoredTop sz="94694"/>
  </p:normalViewPr>
  <p:slideViewPr>
    <p:cSldViewPr snapToGrid="0" snapToObjects="1" showGuides="1">
      <p:cViewPr varScale="1">
        <p:scale>
          <a:sx n="32" d="100"/>
          <a:sy n="32" d="100"/>
        </p:scale>
        <p:origin x="420" y="126"/>
      </p:cViewPr>
      <p:guideLst>
        <p:guide orient="horz" pos="18662"/>
        <p:guide orient="horz" pos="2074"/>
        <p:guide orient="horz" pos="17280"/>
        <p:guide orient="horz" pos="10368"/>
        <p:guide pos="25574"/>
        <p:guide pos="13824"/>
        <p:guide pos="2074"/>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AC81C5-AE7A-1044-93C2-6BFF0DD7BC2B}" type="datetimeFigureOut">
              <a:rPr lang="en-US" smtClean="0"/>
              <a:t>4/13/2026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6F6EB44-35E4-0D4D-B375-5AD650735949}" type="slidenum">
              <a:rPr lang="en-US" smtClean="0"/>
              <a:t>‹#›</a:t>
            </a:fld>
            <a:endParaRPr lang="en-US"/>
          </a:p>
        </p:txBody>
      </p:sp>
    </p:spTree>
    <p:extLst>
      <p:ext uri="{BB962C8B-B14F-4D97-AF65-F5344CB8AC3E}">
        <p14:creationId xmlns:p14="http://schemas.microsoft.com/office/powerpoint/2010/main" val="421746125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CBB8FA7-5BDC-BF4F-AE27-E2122A3D7D4C}" type="datetimeFigureOut">
              <a:rPr lang="en-US" smtClean="0"/>
              <a:t>4/13/2026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19D953D-192A-4F4A-A51F-DC3C7E58A63A}" type="slidenum">
              <a:rPr lang="en-US" smtClean="0"/>
              <a:t>‹#›</a:t>
            </a:fld>
            <a:endParaRPr lang="en-US"/>
          </a:p>
        </p:txBody>
      </p:sp>
    </p:spTree>
    <p:extLst>
      <p:ext uri="{BB962C8B-B14F-4D97-AF65-F5344CB8AC3E}">
        <p14:creationId xmlns:p14="http://schemas.microsoft.com/office/powerpoint/2010/main" val="3146029344"/>
      </p:ext>
    </p:extLst>
  </p:cSld>
  <p:clrMap bg1="lt1" tx1="dk1" bg2="lt2" tx2="dk2" accent1="accent1" accent2="accent2" accent3="accent3" accent4="accent4" accent5="accent5" accent6="accent6" hlink="hlink" folHlink="folHlink"/>
  <p:hf hdr="0" ftr="0" dt="0"/>
  <p:notesStyle>
    <a:lvl1pPr marL="0" algn="l" defTabSz="2194560" rtl="0" eaLnBrk="1" latinLnBrk="0" hangingPunct="1">
      <a:defRPr sz="5760" kern="1200">
        <a:solidFill>
          <a:schemeClr val="tx1"/>
        </a:solidFill>
        <a:latin typeface="+mn-lt"/>
        <a:ea typeface="+mn-ea"/>
        <a:cs typeface="+mn-cs"/>
      </a:defRPr>
    </a:lvl1pPr>
    <a:lvl2pPr marL="2194560" algn="l" defTabSz="2194560" rtl="0" eaLnBrk="1" latinLnBrk="0" hangingPunct="1">
      <a:defRPr sz="5760" kern="1200">
        <a:solidFill>
          <a:schemeClr val="tx1"/>
        </a:solidFill>
        <a:latin typeface="+mn-lt"/>
        <a:ea typeface="+mn-ea"/>
        <a:cs typeface="+mn-cs"/>
      </a:defRPr>
    </a:lvl2pPr>
    <a:lvl3pPr marL="4389120" algn="l" defTabSz="2194560" rtl="0" eaLnBrk="1" latinLnBrk="0" hangingPunct="1">
      <a:defRPr sz="5760" kern="1200">
        <a:solidFill>
          <a:schemeClr val="tx1"/>
        </a:solidFill>
        <a:latin typeface="+mn-lt"/>
        <a:ea typeface="+mn-ea"/>
        <a:cs typeface="+mn-cs"/>
      </a:defRPr>
    </a:lvl3pPr>
    <a:lvl4pPr marL="6583680" algn="l" defTabSz="2194560" rtl="0" eaLnBrk="1" latinLnBrk="0" hangingPunct="1">
      <a:defRPr sz="5760" kern="1200">
        <a:solidFill>
          <a:schemeClr val="tx1"/>
        </a:solidFill>
        <a:latin typeface="+mn-lt"/>
        <a:ea typeface="+mn-ea"/>
        <a:cs typeface="+mn-cs"/>
      </a:defRPr>
    </a:lvl4pPr>
    <a:lvl5pPr marL="8778240" algn="l" defTabSz="2194560" rtl="0" eaLnBrk="1" latinLnBrk="0" hangingPunct="1">
      <a:defRPr sz="5760" kern="1200">
        <a:solidFill>
          <a:schemeClr val="tx1"/>
        </a:solidFill>
        <a:latin typeface="+mn-lt"/>
        <a:ea typeface="+mn-ea"/>
        <a:cs typeface="+mn-cs"/>
      </a:defRPr>
    </a:lvl5pPr>
    <a:lvl6pPr marL="10972800" algn="l" defTabSz="2194560" rtl="0" eaLnBrk="1" latinLnBrk="0" hangingPunct="1">
      <a:defRPr sz="5760" kern="1200">
        <a:solidFill>
          <a:schemeClr val="tx1"/>
        </a:solidFill>
        <a:latin typeface="+mn-lt"/>
        <a:ea typeface="+mn-ea"/>
        <a:cs typeface="+mn-cs"/>
      </a:defRPr>
    </a:lvl6pPr>
    <a:lvl7pPr marL="13167360" algn="l" defTabSz="2194560" rtl="0" eaLnBrk="1" latinLnBrk="0" hangingPunct="1">
      <a:defRPr sz="5760" kern="1200">
        <a:solidFill>
          <a:schemeClr val="tx1"/>
        </a:solidFill>
        <a:latin typeface="+mn-lt"/>
        <a:ea typeface="+mn-ea"/>
        <a:cs typeface="+mn-cs"/>
      </a:defRPr>
    </a:lvl7pPr>
    <a:lvl8pPr marL="15361920" algn="l" defTabSz="2194560" rtl="0" eaLnBrk="1" latinLnBrk="0" hangingPunct="1">
      <a:defRPr sz="5760" kern="1200">
        <a:solidFill>
          <a:schemeClr val="tx1"/>
        </a:solidFill>
        <a:latin typeface="+mn-lt"/>
        <a:ea typeface="+mn-ea"/>
        <a:cs typeface="+mn-cs"/>
      </a:defRPr>
    </a:lvl8pPr>
    <a:lvl9pPr marL="17556480" algn="l" defTabSz="2194560" rtl="0" eaLnBrk="1" latinLnBrk="0" hangingPunct="1">
      <a:defRPr sz="576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Start Slide</a:t>
            </a:r>
          </a:p>
        </p:txBody>
      </p:sp>
      <p:sp>
        <p:nvSpPr>
          <p:cNvPr id="4" name="Slide Number Placeholder 3"/>
          <p:cNvSpPr>
            <a:spLocks noGrp="1"/>
          </p:cNvSpPr>
          <p:nvPr>
            <p:ph type="sldNum" sz="quarter" idx="10"/>
          </p:nvPr>
        </p:nvSpPr>
        <p:spPr/>
        <p:txBody>
          <a:bodyPr/>
          <a:lstStyle/>
          <a:p>
            <a:fld id="{619D953D-192A-4F4A-A51F-DC3C7E58A63A}" type="slidenum">
              <a:rPr lang="en-US" smtClean="0"/>
              <a:t>1</a:t>
            </a:fld>
            <a:endParaRPr lang="en-US"/>
          </a:p>
        </p:txBody>
      </p:sp>
    </p:spTree>
    <p:extLst>
      <p:ext uri="{BB962C8B-B14F-4D97-AF65-F5344CB8AC3E}">
        <p14:creationId xmlns:p14="http://schemas.microsoft.com/office/powerpoint/2010/main" val="16155003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ection Star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883989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8EC8"/>
        </a:solidFill>
        <a:effectLst/>
      </p:bgPr>
    </p:bg>
    <p:spTree>
      <p:nvGrpSpPr>
        <p:cNvPr id="1" name=""/>
        <p:cNvGrpSpPr/>
        <p:nvPr/>
      </p:nvGrpSpPr>
      <p:grpSpPr>
        <a:xfrm>
          <a:off x="0" y="0"/>
          <a:ext cx="0" cy="0"/>
          <a:chOff x="0" y="0"/>
          <a:chExt cx="0" cy="0"/>
        </a:xfrm>
      </p:grpSpPr>
      <p:sp>
        <p:nvSpPr>
          <p:cNvPr id="4" name="Rectangle 3"/>
          <p:cNvSpPr/>
          <p:nvPr userDrawn="1"/>
        </p:nvSpPr>
        <p:spPr>
          <a:xfrm>
            <a:off x="0" y="-5"/>
            <a:ext cx="43891200" cy="32918400"/>
          </a:xfrm>
          <a:prstGeom prst="rect">
            <a:avLst/>
          </a:prstGeom>
          <a:solidFill>
            <a:srgbClr val="001B34"/>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41472"/>
          </a:p>
        </p:txBody>
      </p:sp>
      <p:pic>
        <p:nvPicPr>
          <p:cNvPr id="6" name="Picture 5">
            <a:extLst>
              <a:ext uri="{FF2B5EF4-FFF2-40B4-BE49-F238E27FC236}">
                <a16:creationId xmlns:a16="http://schemas.microsoft.com/office/drawing/2014/main" id="{5A8F6D44-1D78-D84A-8FFD-F8B914FB69C2}"/>
              </a:ext>
            </a:extLst>
          </p:cNvPr>
          <p:cNvPicPr>
            <a:picLocks noChangeAspect="1"/>
          </p:cNvPicPr>
          <p:nvPr userDrawn="1"/>
        </p:nvPicPr>
        <p:blipFill>
          <a:blip r:embed="rId3"/>
          <a:stretch>
            <a:fillRect/>
          </a:stretch>
        </p:blipFill>
        <p:spPr>
          <a:xfrm>
            <a:off x="42062400" y="29050483"/>
            <a:ext cx="1828800" cy="3867912"/>
          </a:xfrm>
          <a:prstGeom prst="rect">
            <a:avLst/>
          </a:prstGeom>
        </p:spPr>
      </p:pic>
    </p:spTree>
    <p:extLst>
      <p:ext uri="{BB962C8B-B14F-4D97-AF65-F5344CB8AC3E}">
        <p14:creationId xmlns:p14="http://schemas.microsoft.com/office/powerpoint/2010/main" val="1629985653"/>
      </p:ext>
    </p:extLst>
  </p:cSld>
  <p:clrMap bg1="lt1" tx1="dk1" bg2="lt2" tx2="dk2" accent1="accent1" accent2="accent2" accent3="accent3" accent4="accent4" accent5="accent5" accent6="accent6" hlink="hlink" folHlink="folHlink"/>
  <p:sldLayoutIdLst>
    <p:sldLayoutId id="2147483656" r:id="rId1"/>
  </p:sldLayoutIdLst>
  <p:hf hdr="0" dt="0"/>
  <p:txStyles>
    <p:titleStyle>
      <a:lvl1pPr algn="ctr" defTabSz="2194560" rtl="0" eaLnBrk="1" latinLnBrk="0" hangingPunct="1">
        <a:spcBef>
          <a:spcPct val="0"/>
        </a:spcBef>
        <a:buNone/>
        <a:defRPr sz="21120" kern="1200">
          <a:solidFill>
            <a:schemeClr val="tx1"/>
          </a:solidFill>
          <a:latin typeface="+mj-lt"/>
          <a:ea typeface="+mj-ea"/>
          <a:cs typeface="+mj-cs"/>
        </a:defRPr>
      </a:lvl1pPr>
    </p:titleStyle>
    <p:bodyStyle>
      <a:lvl1pPr marL="1645920" indent="-1645920" algn="l" defTabSz="2194560" rtl="0" eaLnBrk="1" latinLnBrk="0" hangingPunct="1">
        <a:spcBef>
          <a:spcPct val="20000"/>
        </a:spcBef>
        <a:buFont typeface="Arial"/>
        <a:buChar char="•"/>
        <a:defRPr sz="15360" kern="1200">
          <a:solidFill>
            <a:schemeClr val="tx1"/>
          </a:solidFill>
          <a:latin typeface="+mn-lt"/>
          <a:ea typeface="+mn-ea"/>
          <a:cs typeface="+mn-cs"/>
        </a:defRPr>
      </a:lvl1pPr>
      <a:lvl2pPr marL="3566160" indent="-1371600" algn="l" defTabSz="2194560" rtl="0" eaLnBrk="1" latinLnBrk="0" hangingPunct="1">
        <a:spcBef>
          <a:spcPct val="20000"/>
        </a:spcBef>
        <a:buFont typeface="Arial"/>
        <a:buChar char="–"/>
        <a:defRPr sz="13440" kern="1200">
          <a:solidFill>
            <a:schemeClr val="tx1"/>
          </a:solidFill>
          <a:latin typeface="+mn-lt"/>
          <a:ea typeface="+mn-ea"/>
          <a:cs typeface="+mn-cs"/>
        </a:defRPr>
      </a:lvl2pPr>
      <a:lvl3pPr marL="5486400" indent="-1097280" algn="l" defTabSz="2194560" rtl="0" eaLnBrk="1" latinLnBrk="0" hangingPunct="1">
        <a:spcBef>
          <a:spcPct val="20000"/>
        </a:spcBef>
        <a:buFont typeface="Arial"/>
        <a:buChar char="•"/>
        <a:defRPr sz="11520" kern="1200">
          <a:solidFill>
            <a:schemeClr val="tx1"/>
          </a:solidFill>
          <a:latin typeface="+mn-lt"/>
          <a:ea typeface="+mn-ea"/>
          <a:cs typeface="+mn-cs"/>
        </a:defRPr>
      </a:lvl3pPr>
      <a:lvl4pPr marL="7680960" indent="-1097280" algn="l" defTabSz="2194560" rtl="0" eaLnBrk="1" latinLnBrk="0" hangingPunct="1">
        <a:spcBef>
          <a:spcPct val="20000"/>
        </a:spcBef>
        <a:buFont typeface="Arial"/>
        <a:buChar char="–"/>
        <a:defRPr sz="9600" kern="1200">
          <a:solidFill>
            <a:schemeClr val="tx1"/>
          </a:solidFill>
          <a:latin typeface="+mn-lt"/>
          <a:ea typeface="+mn-ea"/>
          <a:cs typeface="+mn-cs"/>
        </a:defRPr>
      </a:lvl4pPr>
      <a:lvl5pPr marL="9875520" indent="-1097280" algn="l" defTabSz="2194560" rtl="0" eaLnBrk="1" latinLnBrk="0" hangingPunct="1">
        <a:spcBef>
          <a:spcPct val="20000"/>
        </a:spcBef>
        <a:buFont typeface="Arial"/>
        <a:buChar char="»"/>
        <a:defRPr sz="9600" kern="1200">
          <a:solidFill>
            <a:schemeClr val="tx1"/>
          </a:solidFill>
          <a:latin typeface="+mn-lt"/>
          <a:ea typeface="+mn-ea"/>
          <a:cs typeface="+mn-cs"/>
        </a:defRPr>
      </a:lvl5pPr>
      <a:lvl6pPr marL="12070080" indent="-1097280" algn="l" defTabSz="2194560" rtl="0" eaLnBrk="1" latinLnBrk="0" hangingPunct="1">
        <a:spcBef>
          <a:spcPct val="20000"/>
        </a:spcBef>
        <a:buFont typeface="Arial"/>
        <a:buChar char="•"/>
        <a:defRPr sz="9600" kern="1200">
          <a:solidFill>
            <a:schemeClr val="tx1"/>
          </a:solidFill>
          <a:latin typeface="+mn-lt"/>
          <a:ea typeface="+mn-ea"/>
          <a:cs typeface="+mn-cs"/>
        </a:defRPr>
      </a:lvl6pPr>
      <a:lvl7pPr marL="14264640" indent="-1097280" algn="l" defTabSz="2194560" rtl="0" eaLnBrk="1" latinLnBrk="0" hangingPunct="1">
        <a:spcBef>
          <a:spcPct val="20000"/>
        </a:spcBef>
        <a:buFont typeface="Arial"/>
        <a:buChar char="•"/>
        <a:defRPr sz="9600" kern="1200">
          <a:solidFill>
            <a:schemeClr val="tx1"/>
          </a:solidFill>
          <a:latin typeface="+mn-lt"/>
          <a:ea typeface="+mn-ea"/>
          <a:cs typeface="+mn-cs"/>
        </a:defRPr>
      </a:lvl7pPr>
      <a:lvl8pPr marL="16459200" indent="-1097280" algn="l" defTabSz="2194560" rtl="0" eaLnBrk="1" latinLnBrk="0" hangingPunct="1">
        <a:spcBef>
          <a:spcPct val="20000"/>
        </a:spcBef>
        <a:buFont typeface="Arial"/>
        <a:buChar char="•"/>
        <a:defRPr sz="9600" kern="1200">
          <a:solidFill>
            <a:schemeClr val="tx1"/>
          </a:solidFill>
          <a:latin typeface="+mn-lt"/>
          <a:ea typeface="+mn-ea"/>
          <a:cs typeface="+mn-cs"/>
        </a:defRPr>
      </a:lvl8pPr>
      <a:lvl9pPr marL="18653760" indent="-1097280" algn="l" defTabSz="2194560" rtl="0" eaLnBrk="1" latinLnBrk="0" hangingPunct="1">
        <a:spcBef>
          <a:spcPct val="20000"/>
        </a:spcBef>
        <a:buFont typeface="Arial"/>
        <a:buChar char="•"/>
        <a:defRPr sz="9600" kern="1200">
          <a:solidFill>
            <a:schemeClr val="tx1"/>
          </a:solidFill>
          <a:latin typeface="+mn-lt"/>
          <a:ea typeface="+mn-ea"/>
          <a:cs typeface="+mn-cs"/>
        </a:defRPr>
      </a:lvl9pPr>
    </p:bodyStyle>
    <p:otherStyle>
      <a:defPPr>
        <a:defRPr lang="en-US"/>
      </a:defPPr>
      <a:lvl1pPr marL="0" algn="l" defTabSz="2194560" rtl="0" eaLnBrk="1" latinLnBrk="0" hangingPunct="1">
        <a:defRPr sz="8640" kern="1200">
          <a:solidFill>
            <a:schemeClr val="tx1"/>
          </a:solidFill>
          <a:latin typeface="+mn-lt"/>
          <a:ea typeface="+mn-ea"/>
          <a:cs typeface="+mn-cs"/>
        </a:defRPr>
      </a:lvl1pPr>
      <a:lvl2pPr marL="2194560" algn="l" defTabSz="2194560" rtl="0" eaLnBrk="1" latinLnBrk="0" hangingPunct="1">
        <a:defRPr sz="8640" kern="1200">
          <a:solidFill>
            <a:schemeClr val="tx1"/>
          </a:solidFill>
          <a:latin typeface="+mn-lt"/>
          <a:ea typeface="+mn-ea"/>
          <a:cs typeface="+mn-cs"/>
        </a:defRPr>
      </a:lvl2pPr>
      <a:lvl3pPr marL="4389120" algn="l" defTabSz="2194560" rtl="0" eaLnBrk="1" latinLnBrk="0" hangingPunct="1">
        <a:defRPr sz="8640" kern="1200">
          <a:solidFill>
            <a:schemeClr val="tx1"/>
          </a:solidFill>
          <a:latin typeface="+mn-lt"/>
          <a:ea typeface="+mn-ea"/>
          <a:cs typeface="+mn-cs"/>
        </a:defRPr>
      </a:lvl3pPr>
      <a:lvl4pPr marL="6583680" algn="l" defTabSz="2194560" rtl="0" eaLnBrk="1" latinLnBrk="0" hangingPunct="1">
        <a:defRPr sz="8640" kern="1200">
          <a:solidFill>
            <a:schemeClr val="tx1"/>
          </a:solidFill>
          <a:latin typeface="+mn-lt"/>
          <a:ea typeface="+mn-ea"/>
          <a:cs typeface="+mn-cs"/>
        </a:defRPr>
      </a:lvl4pPr>
      <a:lvl5pPr marL="8778240" algn="l" defTabSz="2194560" rtl="0" eaLnBrk="1" latinLnBrk="0" hangingPunct="1">
        <a:defRPr sz="8640" kern="1200">
          <a:solidFill>
            <a:schemeClr val="tx1"/>
          </a:solidFill>
          <a:latin typeface="+mn-lt"/>
          <a:ea typeface="+mn-ea"/>
          <a:cs typeface="+mn-cs"/>
        </a:defRPr>
      </a:lvl5pPr>
      <a:lvl6pPr marL="10972800" algn="l" defTabSz="2194560" rtl="0" eaLnBrk="1" latinLnBrk="0" hangingPunct="1">
        <a:defRPr sz="8640" kern="1200">
          <a:solidFill>
            <a:schemeClr val="tx1"/>
          </a:solidFill>
          <a:latin typeface="+mn-lt"/>
          <a:ea typeface="+mn-ea"/>
          <a:cs typeface="+mn-cs"/>
        </a:defRPr>
      </a:lvl6pPr>
      <a:lvl7pPr marL="13167360" algn="l" defTabSz="2194560" rtl="0" eaLnBrk="1" latinLnBrk="0" hangingPunct="1">
        <a:defRPr sz="8640" kern="1200">
          <a:solidFill>
            <a:schemeClr val="tx1"/>
          </a:solidFill>
          <a:latin typeface="+mn-lt"/>
          <a:ea typeface="+mn-ea"/>
          <a:cs typeface="+mn-cs"/>
        </a:defRPr>
      </a:lvl7pPr>
      <a:lvl8pPr marL="15361920" algn="l" defTabSz="2194560" rtl="0" eaLnBrk="1" latinLnBrk="0" hangingPunct="1">
        <a:defRPr sz="8640" kern="1200">
          <a:solidFill>
            <a:schemeClr val="tx1"/>
          </a:solidFill>
          <a:latin typeface="+mn-lt"/>
          <a:ea typeface="+mn-ea"/>
          <a:cs typeface="+mn-cs"/>
        </a:defRPr>
      </a:lvl8pPr>
      <a:lvl9pPr marL="17556480" algn="l" defTabSz="219456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143000" y="1075849"/>
            <a:ext cx="37307520" cy="2092881"/>
          </a:xfrm>
          <a:prstGeom prst="rect">
            <a:avLst/>
          </a:prstGeom>
          <a:noFill/>
        </p:spPr>
        <p:txBody>
          <a:bodyPr wrap="square" lIns="0" tIns="0" rIns="0" bIns="0" rtlCol="0">
            <a:spAutoFit/>
          </a:bodyPr>
          <a:lstStyle/>
          <a:p>
            <a:r>
              <a:rPr lang="en-US" sz="8800" spc="480" dirty="0">
                <a:solidFill>
                  <a:schemeClr val="bg1"/>
                </a:solidFill>
                <a:latin typeface="ITC Franklin Gothic Std Dm Cd"/>
                <a:cs typeface="ITC Franklin Gothic Std Dm Cd"/>
              </a:rPr>
              <a:t>SiteSync – Job Management System </a:t>
            </a:r>
          </a:p>
          <a:p>
            <a:r>
              <a:rPr lang="en-US" sz="4800" dirty="0">
                <a:solidFill>
                  <a:schemeClr val="bg1"/>
                </a:solidFill>
                <a:latin typeface="ITC Franklin Gothic Std Bk Cd"/>
                <a:cs typeface="ITC Franklin Gothic Std Bk Cd"/>
              </a:rPr>
              <a:t>Tyler Meira, Anthony Mancia, Ngoc Le, Amos Sadiq,   Computer Engineering Technology </a:t>
            </a:r>
          </a:p>
        </p:txBody>
      </p:sp>
      <p:sp>
        <p:nvSpPr>
          <p:cNvPr id="4" name="Rectangle 33">
            <a:extLst>
              <a:ext uri="{FF2B5EF4-FFF2-40B4-BE49-F238E27FC236}">
                <a16:creationId xmlns:a16="http://schemas.microsoft.com/office/drawing/2014/main" id="{74ED56EB-DD8C-7D6F-213E-6B8F1D333D63}"/>
              </a:ext>
            </a:extLst>
          </p:cNvPr>
          <p:cNvSpPr>
            <a:spLocks noChangeArrowheads="1"/>
          </p:cNvSpPr>
          <p:nvPr/>
        </p:nvSpPr>
        <p:spPr bwMode="auto">
          <a:xfrm>
            <a:off x="1143000" y="20514230"/>
            <a:ext cx="9829800" cy="1150620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lIns="360000" tIns="360000" rIns="360000" bIns="360000"/>
          <a:lstStyle/>
          <a:p>
            <a:pPr>
              <a:spcBef>
                <a:spcPct val="50000"/>
              </a:spcBef>
            </a:pPr>
            <a:r>
              <a:rPr lang="en-US" sz="4000" dirty="0">
                <a:solidFill>
                  <a:srgbClr val="008EC8"/>
                </a:solidFill>
                <a:latin typeface="ITC Franklin Gothic Std Bk Cd"/>
                <a:cs typeface="ITC Franklin Gothic Std Bk Cd"/>
              </a:rPr>
              <a:t>ENCLOSURE DESIGN</a:t>
            </a:r>
          </a:p>
          <a:p>
            <a:pPr>
              <a:spcBef>
                <a:spcPct val="50000"/>
              </a:spcBef>
            </a:pPr>
            <a:endParaRPr lang="en-US" sz="4000" dirty="0">
              <a:solidFill>
                <a:srgbClr val="008EC8"/>
              </a:solidFill>
              <a:latin typeface="ITC Franklin Gothic Std Bk Cd"/>
              <a:cs typeface="ITC Franklin Gothic Std Bk Cd"/>
            </a:endParaRPr>
          </a:p>
          <a:p>
            <a:pPr>
              <a:spcBef>
                <a:spcPct val="50000"/>
              </a:spcBef>
            </a:pPr>
            <a:endParaRPr lang="en-US" sz="4000" dirty="0">
              <a:solidFill>
                <a:srgbClr val="008EC8"/>
              </a:solidFill>
              <a:latin typeface="ITC Franklin Gothic Std Bk Cd"/>
              <a:cs typeface="ITC Franklin Gothic Std Bk Cd"/>
            </a:endParaRPr>
          </a:p>
          <a:p>
            <a:pPr>
              <a:spcBef>
                <a:spcPct val="50000"/>
              </a:spcBef>
            </a:pPr>
            <a:endParaRPr lang="en-US" sz="4000" dirty="0">
              <a:solidFill>
                <a:srgbClr val="008EC8"/>
              </a:solidFill>
              <a:latin typeface="ITC Franklin Gothic Std Bk Cd"/>
              <a:cs typeface="ITC Franklin Gothic Std Bk Cd"/>
            </a:endParaRPr>
          </a:p>
          <a:p>
            <a:pPr>
              <a:spcBef>
                <a:spcPct val="50000"/>
              </a:spcBef>
            </a:pPr>
            <a:endParaRPr lang="en-US" sz="4000" dirty="0">
              <a:solidFill>
                <a:srgbClr val="008EC8"/>
              </a:solidFill>
              <a:latin typeface="ITC Franklin Gothic Std Bk Cd"/>
              <a:cs typeface="ITC Franklin Gothic Std Bk Cd"/>
            </a:endParaRPr>
          </a:p>
          <a:p>
            <a:pPr>
              <a:spcBef>
                <a:spcPct val="50000"/>
              </a:spcBef>
            </a:pPr>
            <a:endParaRPr lang="en-US" sz="4000" dirty="0">
              <a:solidFill>
                <a:srgbClr val="008EC8"/>
              </a:solidFill>
              <a:latin typeface="ITC Franklin Gothic Std Bk Cd"/>
              <a:cs typeface="ITC Franklin Gothic Std Bk Cd"/>
            </a:endParaRPr>
          </a:p>
          <a:p>
            <a:pPr>
              <a:spcBef>
                <a:spcPct val="50000"/>
              </a:spcBef>
            </a:pPr>
            <a:endParaRPr lang="en-US" sz="4000" dirty="0">
              <a:latin typeface="ITC Franklin Gothic Std Bk Cd"/>
              <a:cs typeface="ITC Franklin Gothic Std Bk Cd"/>
            </a:endParaRPr>
          </a:p>
          <a:p>
            <a:pPr>
              <a:spcBef>
                <a:spcPct val="50000"/>
              </a:spcBef>
            </a:pPr>
            <a:endParaRPr lang="en-US" sz="4000" dirty="0">
              <a:latin typeface="ITC Franklin Gothic Std Bk Cd"/>
              <a:cs typeface="ITC Franklin Gothic Std Bk Cd"/>
            </a:endParaRPr>
          </a:p>
          <a:p>
            <a:pPr>
              <a:spcBef>
                <a:spcPct val="50000"/>
              </a:spcBef>
            </a:pPr>
            <a:r>
              <a:rPr lang="en-US" sz="4000" dirty="0">
                <a:latin typeface="ITC Franklin Gothic Std Bk Cd"/>
                <a:cs typeface="ITC Franklin Gothic Std Bk Cd"/>
              </a:rPr>
              <a:t>We have ordered 3D cut for our case. The pi is mounted to the bottom of the case. Buzzer is mounted to the side and </a:t>
            </a:r>
            <a:r>
              <a:rPr lang="en-US" sz="4000" dirty="0" err="1">
                <a:latin typeface="ITC Franklin Gothic Std Bk Cd"/>
                <a:cs typeface="ITC Franklin Gothic Std Bk Cd"/>
              </a:rPr>
              <a:t>Oled</a:t>
            </a:r>
            <a:r>
              <a:rPr lang="en-US" sz="4000" dirty="0">
                <a:latin typeface="ITC Franklin Gothic Std Bk Cd"/>
                <a:cs typeface="ITC Franklin Gothic Std Bk Cd"/>
              </a:rPr>
              <a:t> display is mounted above the pi. The case is taller than usual because we need two </a:t>
            </a:r>
            <a:r>
              <a:rPr lang="en-US" sz="4000" dirty="0" err="1">
                <a:latin typeface="ITC Franklin Gothic Std Bk Cd"/>
                <a:cs typeface="ITC Franklin Gothic Std Bk Cd"/>
              </a:rPr>
              <a:t>pcbs</a:t>
            </a:r>
            <a:r>
              <a:rPr lang="en-US" sz="4000" dirty="0">
                <a:latin typeface="ITC Franklin Gothic Std Bk Cd"/>
                <a:cs typeface="ITC Franklin Gothic Std Bk Cd"/>
              </a:rPr>
              <a:t> and pi to complete our project.</a:t>
            </a:r>
            <a:endParaRPr lang="en-US" sz="2800" dirty="0">
              <a:latin typeface="ITC Franklin Gothic Std Bk Cd"/>
            </a:endParaRPr>
          </a:p>
          <a:p>
            <a:endParaRPr lang="en-US" sz="4400" dirty="0">
              <a:latin typeface="-apple-system"/>
              <a:cs typeface="Georgia" charset="0"/>
            </a:endParaRPr>
          </a:p>
        </p:txBody>
      </p:sp>
      <p:sp>
        <p:nvSpPr>
          <p:cNvPr id="5" name="Rectangle 49">
            <a:extLst>
              <a:ext uri="{FF2B5EF4-FFF2-40B4-BE49-F238E27FC236}">
                <a16:creationId xmlns:a16="http://schemas.microsoft.com/office/drawing/2014/main" id="{0C6E7F35-DE82-E726-7376-BF9F95DB860F}"/>
              </a:ext>
            </a:extLst>
          </p:cNvPr>
          <p:cNvSpPr>
            <a:spLocks noChangeArrowheads="1"/>
          </p:cNvSpPr>
          <p:nvPr/>
        </p:nvSpPr>
        <p:spPr bwMode="auto">
          <a:xfrm>
            <a:off x="1143000" y="4023360"/>
            <a:ext cx="9829800" cy="1563624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lIns="360000" tIns="360000" rIns="360000" bIns="360000"/>
          <a:lstStyle/>
          <a:p>
            <a:pPr>
              <a:spcBef>
                <a:spcPct val="50000"/>
              </a:spcBef>
            </a:pPr>
            <a:r>
              <a:rPr lang="en-US" sz="4000" dirty="0">
                <a:solidFill>
                  <a:srgbClr val="008EC8"/>
                </a:solidFill>
                <a:latin typeface="ITC Franklin Gothic Std Bk Cd"/>
                <a:cs typeface="ITC Franklin Gothic Std Bk Cd"/>
              </a:rPr>
              <a:t>INTRODUCTION</a:t>
            </a:r>
          </a:p>
          <a:p>
            <a:r>
              <a:rPr lang="en-US" sz="4400" b="0" i="0" dirty="0">
                <a:solidFill>
                  <a:srgbClr val="1F2328"/>
                </a:solidFill>
                <a:effectLst/>
                <a:latin typeface="-apple-system"/>
              </a:rPr>
              <a:t>SiteSync is a time management system mainly targeted towards construction sites, warehouses or residential jobsites, with portability in mind. Our app will also help connect employers and employees, while helping them maintain an open line of communication throughout the job process.</a:t>
            </a:r>
            <a:endParaRPr lang="en-US" sz="4400" dirty="0">
              <a:latin typeface="ITC Franklin Gothic Std Bk Cd"/>
            </a:endParaRPr>
          </a:p>
        </p:txBody>
      </p:sp>
      <p:sp>
        <p:nvSpPr>
          <p:cNvPr id="6" name="Rectangle 7">
            <a:extLst>
              <a:ext uri="{FF2B5EF4-FFF2-40B4-BE49-F238E27FC236}">
                <a16:creationId xmlns:a16="http://schemas.microsoft.com/office/drawing/2014/main" id="{08D0C2F6-AF47-8BFD-1BE6-50AB56D7468E}"/>
              </a:ext>
            </a:extLst>
          </p:cNvPr>
          <p:cNvSpPr>
            <a:spLocks noChangeArrowheads="1"/>
          </p:cNvSpPr>
          <p:nvPr/>
        </p:nvSpPr>
        <p:spPr bwMode="auto">
          <a:xfrm>
            <a:off x="11734800" y="4023360"/>
            <a:ext cx="9829800" cy="2790444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lIns="360000" tIns="360000" rIns="360000" bIns="360000"/>
          <a:lstStyle/>
          <a:p>
            <a:pPr>
              <a:spcBef>
                <a:spcPct val="50000"/>
              </a:spcBef>
            </a:pPr>
            <a:r>
              <a:rPr lang="en-US" sz="4000" dirty="0">
                <a:solidFill>
                  <a:srgbClr val="008EC8"/>
                </a:solidFill>
                <a:latin typeface="ITC Franklin Gothic Std Bk Cd"/>
                <a:cs typeface="ITC Franklin Gothic Std Bk Cd"/>
              </a:rPr>
              <a:t>PCB ASSEMBLY</a:t>
            </a:r>
          </a:p>
          <a:p>
            <a:endParaRPr lang="en-US" sz="2800" dirty="0">
              <a:latin typeface="ITC Franklin Gothic Std Bk Cd"/>
              <a:cs typeface="Georgia" charset="0"/>
            </a:endParaRPr>
          </a:p>
          <a:p>
            <a:r>
              <a:rPr lang="en-US" sz="4400" dirty="0">
                <a:latin typeface="-apple-system"/>
                <a:cs typeface="Georgia" charset="0"/>
              </a:rPr>
              <a:t>We are using the PCB we designed last semester in our hardware production course, to make all our sensors work, we are using two QWICC ports, UART connection through the GPIO pins on the raspberry pi and a PWM signal through the GPIO pins. For our project, instead of designing a new PCB, we decided to stack to break out boards on top of each other, plus the sense hat, this helped us save time and allocate that time that we would have used into other aspects of the project such as the case, since we decided to reprint one from the ground up.</a:t>
            </a:r>
          </a:p>
          <a:p>
            <a:endParaRPr lang="en-US" sz="4400" dirty="0">
              <a:latin typeface="-apple-system"/>
              <a:cs typeface="Georgia" charset="0"/>
            </a:endParaRPr>
          </a:p>
        </p:txBody>
      </p:sp>
      <p:sp>
        <p:nvSpPr>
          <p:cNvPr id="7" name="Rectangle 51">
            <a:extLst>
              <a:ext uri="{FF2B5EF4-FFF2-40B4-BE49-F238E27FC236}">
                <a16:creationId xmlns:a16="http://schemas.microsoft.com/office/drawing/2014/main" id="{586DCEA4-8DE4-3C41-D436-4509D056095B}"/>
              </a:ext>
            </a:extLst>
          </p:cNvPr>
          <p:cNvSpPr>
            <a:spLocks noChangeArrowheads="1"/>
          </p:cNvSpPr>
          <p:nvPr/>
        </p:nvSpPr>
        <p:spPr bwMode="auto">
          <a:xfrm>
            <a:off x="22326600" y="4023360"/>
            <a:ext cx="9829800" cy="2790444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lIns="360000" tIns="360000" rIns="360000" bIns="360000"/>
          <a:lstStyle/>
          <a:p>
            <a:pPr>
              <a:spcBef>
                <a:spcPct val="50000"/>
              </a:spcBef>
            </a:pPr>
            <a:r>
              <a:rPr lang="en-US" sz="4000" dirty="0">
                <a:solidFill>
                  <a:srgbClr val="008EC8"/>
                </a:solidFill>
                <a:latin typeface="ITC Franklin Gothic Std Bk Cd"/>
                <a:cs typeface="ITC Franklin Gothic Std Bk Cd"/>
              </a:rPr>
              <a:t>MOBILE APP RESULTS</a:t>
            </a:r>
          </a:p>
          <a:p>
            <a:pPr>
              <a:spcBef>
                <a:spcPct val="50000"/>
              </a:spcBef>
            </a:pPr>
            <a:r>
              <a:rPr lang="en-US" sz="4400" dirty="0">
                <a:latin typeface="-apple-system"/>
                <a:cs typeface="ITC Franklin Gothic Std Bk Cd"/>
              </a:rPr>
              <a:t>Employers can see when the employees punch logs in the app. Employers also can add more jobs in the job board. Employee can clock in and clock out using fingerprint scanner.</a:t>
            </a:r>
          </a:p>
          <a:p>
            <a:pPr>
              <a:spcBef>
                <a:spcPct val="50000"/>
              </a:spcBef>
            </a:pPr>
            <a:r>
              <a:rPr lang="en-US" sz="4400" dirty="0">
                <a:latin typeface="-apple-system"/>
                <a:cs typeface="ITC Franklin Gothic Std Bk Cd"/>
              </a:rPr>
              <a:t>Users are allowed to change their information.</a:t>
            </a:r>
          </a:p>
          <a:p>
            <a:pPr>
              <a:spcBef>
                <a:spcPct val="50000"/>
              </a:spcBef>
            </a:pPr>
            <a:r>
              <a:rPr lang="en-US" sz="4400" dirty="0">
                <a:latin typeface="-apple-system"/>
                <a:cs typeface="ITC Franklin Gothic Std Bk Cd"/>
              </a:rPr>
              <a:t>There is help available in the app in case users needs guidance.</a:t>
            </a:r>
          </a:p>
          <a:p>
            <a:pPr>
              <a:spcBef>
                <a:spcPct val="50000"/>
              </a:spcBef>
            </a:pPr>
            <a:r>
              <a:rPr lang="en-US" sz="4400" dirty="0">
                <a:latin typeface="-apple-system"/>
                <a:cs typeface="ITC Franklin Gothic Std Bk Cd"/>
              </a:rPr>
              <a:t>Our app has 3 tabs such as home, job and punch logs</a:t>
            </a:r>
          </a:p>
          <a:p>
            <a:pPr>
              <a:spcBef>
                <a:spcPct val="50000"/>
              </a:spcBef>
            </a:pPr>
            <a:r>
              <a:rPr lang="en-US" sz="4400" dirty="0">
                <a:latin typeface="-apple-system"/>
                <a:cs typeface="ITC Franklin Gothic Std Bk Cd"/>
              </a:rPr>
              <a:t>.</a:t>
            </a:r>
          </a:p>
        </p:txBody>
      </p:sp>
      <p:sp>
        <p:nvSpPr>
          <p:cNvPr id="8" name="Rectangle 52">
            <a:extLst>
              <a:ext uri="{FF2B5EF4-FFF2-40B4-BE49-F238E27FC236}">
                <a16:creationId xmlns:a16="http://schemas.microsoft.com/office/drawing/2014/main" id="{B31CE83F-9BD7-6C1D-A8D6-C807F5A8C8BE}"/>
              </a:ext>
            </a:extLst>
          </p:cNvPr>
          <p:cNvSpPr>
            <a:spLocks noChangeArrowheads="1"/>
          </p:cNvSpPr>
          <p:nvPr/>
        </p:nvSpPr>
        <p:spPr bwMode="auto">
          <a:xfrm>
            <a:off x="32918400" y="4023360"/>
            <a:ext cx="9829800" cy="1219200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lIns="360000" tIns="360000" rIns="360000" bIns="360000"/>
          <a:lstStyle/>
          <a:p>
            <a:pPr>
              <a:spcBef>
                <a:spcPct val="50000"/>
              </a:spcBef>
            </a:pPr>
            <a:r>
              <a:rPr lang="en-US" sz="4000" dirty="0">
                <a:solidFill>
                  <a:srgbClr val="008EC8"/>
                </a:solidFill>
                <a:latin typeface="ITC Franklin Gothic Std Bk Cd"/>
                <a:cs typeface="ITC Franklin Gothic Std Bk Cd"/>
              </a:rPr>
              <a:t>DATABASE</a:t>
            </a:r>
          </a:p>
          <a:p>
            <a:endParaRPr lang="en-US" sz="2800" dirty="0">
              <a:latin typeface="ITC Franklin Gothic Std Bk Cd"/>
            </a:endParaRPr>
          </a:p>
          <a:p>
            <a:endParaRPr lang="en-US" sz="2800" dirty="0">
              <a:latin typeface="Georgia" charset="0"/>
              <a:cs typeface="Georgia" charset="0"/>
            </a:endParaRPr>
          </a:p>
        </p:txBody>
      </p:sp>
      <p:sp>
        <p:nvSpPr>
          <p:cNvPr id="9" name="Rectangle 34">
            <a:extLst>
              <a:ext uri="{FF2B5EF4-FFF2-40B4-BE49-F238E27FC236}">
                <a16:creationId xmlns:a16="http://schemas.microsoft.com/office/drawing/2014/main" id="{165BC3CD-5A24-3DA5-89C3-D5FDD9185E58}"/>
              </a:ext>
            </a:extLst>
          </p:cNvPr>
          <p:cNvSpPr>
            <a:spLocks noChangeArrowheads="1"/>
          </p:cNvSpPr>
          <p:nvPr/>
        </p:nvSpPr>
        <p:spPr bwMode="auto">
          <a:xfrm>
            <a:off x="32701026" y="16895325"/>
            <a:ext cx="9829800" cy="723781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lIns="360000" tIns="360000" rIns="360000" bIns="360000"/>
          <a:lstStyle/>
          <a:p>
            <a:pPr>
              <a:spcBef>
                <a:spcPct val="50000"/>
              </a:spcBef>
            </a:pPr>
            <a:r>
              <a:rPr lang="en-US" sz="4000" dirty="0">
                <a:solidFill>
                  <a:srgbClr val="008EC8"/>
                </a:solidFill>
                <a:latin typeface="ITC Franklin Gothic Std Bk Cd"/>
                <a:cs typeface="ITC Franklin Gothic Std Bk Cd"/>
              </a:rPr>
              <a:t>TESTING AND NEXT STEPS</a:t>
            </a:r>
          </a:p>
          <a:p>
            <a:r>
              <a:rPr lang="en-US" sz="4400" dirty="0">
                <a:latin typeface="-apple-system"/>
                <a:cs typeface="Georgia" charset="0"/>
              </a:rPr>
              <a:t>All of our sensors are working properly. Our future goal for now is to fix some of the old code from our mobile application, to take into account the new changes we had to make to our database, and think about adding authentication to our clock in and clock out process and when users create an account </a:t>
            </a:r>
          </a:p>
        </p:txBody>
      </p:sp>
      <p:sp>
        <p:nvSpPr>
          <p:cNvPr id="10" name="TextBox 9">
            <a:extLst>
              <a:ext uri="{FF2B5EF4-FFF2-40B4-BE49-F238E27FC236}">
                <a16:creationId xmlns:a16="http://schemas.microsoft.com/office/drawing/2014/main" id="{F49E9447-63F9-9A34-033F-C4F35B2703E2}"/>
              </a:ext>
            </a:extLst>
          </p:cNvPr>
          <p:cNvSpPr txBox="1"/>
          <p:nvPr/>
        </p:nvSpPr>
        <p:spPr>
          <a:xfrm>
            <a:off x="32918400" y="25162430"/>
            <a:ext cx="9815513" cy="4430879"/>
          </a:xfrm>
          <a:prstGeom prst="rect">
            <a:avLst/>
          </a:prstGeom>
          <a:noFill/>
        </p:spPr>
        <p:txBody>
          <a:bodyPr wrap="square" lIns="356616" tIns="356616" rIns="356616" bIns="356616" rtlCol="0">
            <a:noAutofit/>
          </a:bodyPr>
          <a:lstStyle/>
          <a:p>
            <a:r>
              <a:rPr lang="en-US" sz="4000" spc="480" dirty="0">
                <a:solidFill>
                  <a:schemeClr val="bg1"/>
                </a:solidFill>
                <a:latin typeface="ITC Franklin Gothic Std Bk Cd" panose="020B0506030503020204" pitchFamily="34" charset="0"/>
                <a:cs typeface="ITC Franklin Gothic Std Dm Cd"/>
              </a:rPr>
              <a:t>ACKNOWLEDGEMENTS</a:t>
            </a:r>
          </a:p>
          <a:p>
            <a:endParaRPr lang="en-US" sz="2800" dirty="0">
              <a:solidFill>
                <a:schemeClr val="bg1"/>
              </a:solidFill>
              <a:latin typeface="ITC Franklin Gothic Std Bk Cd"/>
              <a:cs typeface="ITC Franklin Gothic Std Bk Cd"/>
            </a:endParaRPr>
          </a:p>
          <a:p>
            <a:r>
              <a:rPr lang="en-US" sz="2800" dirty="0">
                <a:solidFill>
                  <a:schemeClr val="bg1"/>
                </a:solidFill>
                <a:latin typeface="ITC Franklin Gothic Std Bk Cd"/>
                <a:cs typeface="ITC Franklin Gothic Std Bk Cd"/>
              </a:rPr>
              <a:t>Professors, parts crib, Digi key, Humber technologist.</a:t>
            </a:r>
          </a:p>
        </p:txBody>
      </p:sp>
      <p:pic>
        <p:nvPicPr>
          <p:cNvPr id="13" name="Picture 12" descr="A computer with wires and a rectangular object with a purple light&#10;&#10;AI-generated content may be incorrect.">
            <a:extLst>
              <a:ext uri="{FF2B5EF4-FFF2-40B4-BE49-F238E27FC236}">
                <a16:creationId xmlns:a16="http://schemas.microsoft.com/office/drawing/2014/main" id="{DAEE289B-D24B-D375-5FD5-3F62C2A9F84F}"/>
              </a:ext>
            </a:extLst>
          </p:cNvPr>
          <p:cNvPicPr>
            <a:picLocks noChangeAspect="1"/>
          </p:cNvPicPr>
          <p:nvPr/>
        </p:nvPicPr>
        <p:blipFill>
          <a:blip r:embed="rId3"/>
          <a:srcRect l="25904"/>
          <a:stretch/>
        </p:blipFill>
        <p:spPr>
          <a:xfrm rot="5400000">
            <a:off x="13403171" y="23339796"/>
            <a:ext cx="6493058" cy="9182528"/>
          </a:xfrm>
          <a:prstGeom prst="rect">
            <a:avLst/>
          </a:prstGeom>
        </p:spPr>
      </p:pic>
      <p:pic>
        <p:nvPicPr>
          <p:cNvPr id="17" name="Picture 16" descr="A screenshot of a computer&#10;&#10;AI-generated content may be incorrect.">
            <a:extLst>
              <a:ext uri="{FF2B5EF4-FFF2-40B4-BE49-F238E27FC236}">
                <a16:creationId xmlns:a16="http://schemas.microsoft.com/office/drawing/2014/main" id="{15D85E2C-D418-2BF5-F73B-E384EDFB8F7F}"/>
              </a:ext>
            </a:extLst>
          </p:cNvPr>
          <p:cNvPicPr>
            <a:picLocks noChangeAspect="1"/>
          </p:cNvPicPr>
          <p:nvPr/>
        </p:nvPicPr>
        <p:blipFill>
          <a:blip r:embed="rId4"/>
          <a:stretch>
            <a:fillRect/>
          </a:stretch>
        </p:blipFill>
        <p:spPr>
          <a:xfrm>
            <a:off x="33116737" y="4959507"/>
            <a:ext cx="9433125" cy="7156293"/>
          </a:xfrm>
          <a:prstGeom prst="rect">
            <a:avLst/>
          </a:prstGeom>
        </p:spPr>
      </p:pic>
      <p:sp>
        <p:nvSpPr>
          <p:cNvPr id="19" name="TextBox 18">
            <a:extLst>
              <a:ext uri="{FF2B5EF4-FFF2-40B4-BE49-F238E27FC236}">
                <a16:creationId xmlns:a16="http://schemas.microsoft.com/office/drawing/2014/main" id="{96FFD5A0-30F1-53E5-E426-9162DC1CE392}"/>
              </a:ext>
            </a:extLst>
          </p:cNvPr>
          <p:cNvSpPr txBox="1"/>
          <p:nvPr/>
        </p:nvSpPr>
        <p:spPr>
          <a:xfrm>
            <a:off x="33803533" y="11841480"/>
            <a:ext cx="8045246" cy="3416320"/>
          </a:xfrm>
          <a:prstGeom prst="rect">
            <a:avLst/>
          </a:prstGeom>
          <a:noFill/>
        </p:spPr>
        <p:txBody>
          <a:bodyPr wrap="square">
            <a:spAutoFit/>
          </a:bodyPr>
          <a:lstStyle/>
          <a:p>
            <a:pPr>
              <a:spcBef>
                <a:spcPct val="50000"/>
              </a:spcBef>
            </a:pPr>
            <a:r>
              <a:rPr lang="en-US" sz="3600" dirty="0">
                <a:latin typeface="ITC Franklin Gothic Std Bk Cd"/>
                <a:cs typeface="ITC Franklin Gothic Std Bk Cd"/>
              </a:rPr>
              <a:t>Our Punch System, takes the fingerprint data collected at clock in and clock out, and stores that with the associated used to make sure the correct person is clocking in and clocking out at the job site, to help protect against time fraud.</a:t>
            </a:r>
            <a:endParaRPr lang="en-US" sz="3600" dirty="0">
              <a:latin typeface="ITC Franklin Gothic Std Bk Cd"/>
            </a:endParaRPr>
          </a:p>
        </p:txBody>
      </p:sp>
      <p:pic>
        <p:nvPicPr>
          <p:cNvPr id="21" name="Picture 20" descr="A group of green squares&#10;&#10;AI-generated content may be incorrect.">
            <a:extLst>
              <a:ext uri="{FF2B5EF4-FFF2-40B4-BE49-F238E27FC236}">
                <a16:creationId xmlns:a16="http://schemas.microsoft.com/office/drawing/2014/main" id="{68164F35-6D4D-454D-0F45-107937FB0AC2}"/>
              </a:ext>
            </a:extLst>
          </p:cNvPr>
          <p:cNvPicPr>
            <a:picLocks noChangeAspect="1"/>
          </p:cNvPicPr>
          <p:nvPr/>
        </p:nvPicPr>
        <p:blipFill>
          <a:blip r:embed="rId5"/>
          <a:stretch>
            <a:fillRect/>
          </a:stretch>
        </p:blipFill>
        <p:spPr>
          <a:xfrm>
            <a:off x="1653239" y="21706054"/>
            <a:ext cx="8670632" cy="5595630"/>
          </a:xfrm>
          <a:prstGeom prst="rect">
            <a:avLst/>
          </a:prstGeom>
        </p:spPr>
      </p:pic>
      <p:pic>
        <p:nvPicPr>
          <p:cNvPr id="23" name="Picture 22" descr="A screenshot of a phone&#10;&#10;AI-generated content may be incorrect.">
            <a:extLst>
              <a:ext uri="{FF2B5EF4-FFF2-40B4-BE49-F238E27FC236}">
                <a16:creationId xmlns:a16="http://schemas.microsoft.com/office/drawing/2014/main" id="{9B84D05F-9485-FE3D-F86F-1687238D648E}"/>
              </a:ext>
            </a:extLst>
          </p:cNvPr>
          <p:cNvPicPr>
            <a:picLocks noChangeAspect="1"/>
          </p:cNvPicPr>
          <p:nvPr/>
        </p:nvPicPr>
        <p:blipFill>
          <a:blip r:embed="rId6"/>
          <a:stretch>
            <a:fillRect/>
          </a:stretch>
        </p:blipFill>
        <p:spPr>
          <a:xfrm>
            <a:off x="23265438" y="14221667"/>
            <a:ext cx="7647182" cy="16955922"/>
          </a:xfrm>
          <a:prstGeom prst="rect">
            <a:avLst/>
          </a:prstGeom>
        </p:spPr>
      </p:pic>
      <p:pic>
        <p:nvPicPr>
          <p:cNvPr id="11" name="Picture 10">
            <a:extLst>
              <a:ext uri="{FF2B5EF4-FFF2-40B4-BE49-F238E27FC236}">
                <a16:creationId xmlns:a16="http://schemas.microsoft.com/office/drawing/2014/main" id="{D7B3A227-BAFF-4E29-CAA7-B962F7143F73}"/>
              </a:ext>
            </a:extLst>
          </p:cNvPr>
          <p:cNvPicPr>
            <a:picLocks noChangeAspect="1"/>
          </p:cNvPicPr>
          <p:nvPr/>
        </p:nvPicPr>
        <p:blipFill>
          <a:blip r:embed="rId7"/>
          <a:stretch>
            <a:fillRect/>
          </a:stretch>
        </p:blipFill>
        <p:spPr>
          <a:xfrm>
            <a:off x="2042421" y="11407633"/>
            <a:ext cx="7741659" cy="7700333"/>
          </a:xfrm>
          <a:prstGeom prst="rect">
            <a:avLst/>
          </a:prstGeom>
        </p:spPr>
      </p:pic>
      <p:pic>
        <p:nvPicPr>
          <p:cNvPr id="14" name="Picture 13">
            <a:extLst>
              <a:ext uri="{FF2B5EF4-FFF2-40B4-BE49-F238E27FC236}">
                <a16:creationId xmlns:a16="http://schemas.microsoft.com/office/drawing/2014/main" id="{FC3FE784-E907-ED49-27AC-359844548198}"/>
              </a:ext>
            </a:extLst>
          </p:cNvPr>
          <p:cNvPicPr>
            <a:picLocks noChangeAspect="1"/>
          </p:cNvPicPr>
          <p:nvPr/>
        </p:nvPicPr>
        <p:blipFill>
          <a:blip r:embed="rId8"/>
          <a:stretch>
            <a:fillRect/>
          </a:stretch>
        </p:blipFill>
        <p:spPr>
          <a:xfrm>
            <a:off x="12176760" y="16196135"/>
            <a:ext cx="8906060" cy="7633766"/>
          </a:xfrm>
          <a:prstGeom prst="rect">
            <a:avLst/>
          </a:prstGeom>
        </p:spPr>
      </p:pic>
    </p:spTree>
    <p:extLst>
      <p:ext uri="{BB962C8B-B14F-4D97-AF65-F5344CB8AC3E}">
        <p14:creationId xmlns:p14="http://schemas.microsoft.com/office/powerpoint/2010/main" val="2081111184"/>
      </p:ext>
    </p:extLst>
  </p:cSld>
  <p:clrMapOvr>
    <a:masterClrMapping/>
  </p:clrMapOvr>
</p:sld>
</file>

<file path=ppt/theme/theme1.xml><?xml version="1.0" encoding="utf-8"?>
<a:theme xmlns:a="http://schemas.openxmlformats.org/drawingml/2006/main" name="Humber Section Start Slid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858</TotalTime>
  <Words>438</Words>
  <Application>Microsoft Office PowerPoint</Application>
  <PresentationFormat>Custom</PresentationFormat>
  <Paragraphs>31</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-apple-system</vt:lpstr>
      <vt:lpstr>Arial</vt:lpstr>
      <vt:lpstr>Calibri</vt:lpstr>
      <vt:lpstr>Georgia</vt:lpstr>
      <vt:lpstr>ITC Franklin Gothic Std Bk Cd</vt:lpstr>
      <vt:lpstr>ITC Franklin Gothic Std Dm Cd</vt:lpstr>
      <vt:lpstr>Humber Section Start Slide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SOS Incorporated</dc:creator>
  <cp:lastModifiedBy>Tyler M</cp:lastModifiedBy>
  <cp:revision>63</cp:revision>
  <dcterms:created xsi:type="dcterms:W3CDTF">2013-11-05T15:35:21Z</dcterms:created>
  <dcterms:modified xsi:type="dcterms:W3CDTF">2026-04-13T21:45:53Z</dcterms:modified>
</cp:coreProperties>
</file>