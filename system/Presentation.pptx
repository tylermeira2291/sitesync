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9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E80C50CD-E178-4744-9B35-B2F624D6C5E9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15336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824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247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879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188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347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923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417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384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121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9053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227834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2746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8908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1694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9156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892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802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644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  <p:sldLayoutId id="2147483750" r:id="rId14"/>
    <p:sldLayoutId id="2147483751" r:id="rId15"/>
    <p:sldLayoutId id="2147483752" r:id="rId16"/>
    <p:sldLayoutId id="2147483753" r:id="rId17"/>
    <p:sldLayoutId id="2147483754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392E2-1391-70F2-823C-626014A87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21420000">
            <a:off x="713775" y="4558259"/>
            <a:ext cx="10178799" cy="1346996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Hardware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6EC514-5419-9C22-8C5B-FEAEC9CB36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55" r="-1" b="4317"/>
          <a:stretch>
            <a:fillRect/>
          </a:stretch>
        </p:blipFill>
        <p:spPr>
          <a:xfrm rot="43020000">
            <a:off x="204151" y="593290"/>
            <a:ext cx="2469963" cy="24752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0D7C3E-2F0D-6A5B-4308-36AB2EC6A9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3046"/>
          <a:stretch>
            <a:fillRect/>
          </a:stretch>
        </p:blipFill>
        <p:spPr>
          <a:xfrm rot="21420000">
            <a:off x="2981778" y="456814"/>
            <a:ext cx="2469963" cy="240679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5C461AD-CFA1-E5B1-BF80-3EDD5AE6B63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694" r="1199" b="-3"/>
          <a:stretch>
            <a:fillRect/>
          </a:stretch>
        </p:blipFill>
        <p:spPr>
          <a:xfrm rot="43020000">
            <a:off x="5571181" y="317686"/>
            <a:ext cx="2469963" cy="24067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A5D5323-CFAB-D862-B14D-9F5A45D137B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399" r="10861" b="-3"/>
          <a:stretch>
            <a:fillRect/>
          </a:stretch>
        </p:blipFill>
        <p:spPr>
          <a:xfrm rot="43020000">
            <a:off x="8160133" y="175527"/>
            <a:ext cx="2469963" cy="24067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D927E3-1256-ADAA-DE1F-BC7D11ADAF0B}"/>
              </a:ext>
            </a:extLst>
          </p:cNvPr>
          <p:cNvSpPr txBox="1"/>
          <p:nvPr/>
        </p:nvSpPr>
        <p:spPr>
          <a:xfrm rot="21395893">
            <a:off x="212146" y="3144521"/>
            <a:ext cx="26833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4690 Fingerprint Scanner</a:t>
            </a:r>
          </a:p>
          <a:p>
            <a:pPr algn="ctr"/>
            <a:endParaRPr lang="en-CA" dirty="0"/>
          </a:p>
          <a:p>
            <a:pPr algn="ctr"/>
            <a:r>
              <a:rPr lang="en-CA"/>
              <a:t>Anthony Mancia</a:t>
            </a:r>
            <a:endParaRPr lang="en-CA" dirty="0"/>
          </a:p>
        </p:txBody>
      </p:sp>
      <p:sp>
        <p:nvSpPr>
          <p:cNvPr id="10" name="AutoShape 6">
            <a:extLst>
              <a:ext uri="{FF2B5EF4-FFF2-40B4-BE49-F238E27FC236}">
                <a16:creationId xmlns:a16="http://schemas.microsoft.com/office/drawing/2014/main" id="{45F86BFE-888B-5C1C-7B7F-E72316F78F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4139169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dirty="0"/>
          </a:p>
        </p:txBody>
      </p:sp>
      <p:sp>
        <p:nvSpPr>
          <p:cNvPr id="11" name="AutoShape 8">
            <a:extLst>
              <a:ext uri="{FF2B5EF4-FFF2-40B4-BE49-F238E27FC236}">
                <a16:creationId xmlns:a16="http://schemas.microsoft.com/office/drawing/2014/main" id="{5024F740-0985-CBDE-8F5E-3ED1FA4A30D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21405017">
            <a:off x="3603899" y="3038716"/>
            <a:ext cx="1434990" cy="1132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CA" dirty="0"/>
              <a:t>Zio </a:t>
            </a:r>
            <a:r>
              <a:rPr lang="en-CA" dirty="0" err="1"/>
              <a:t>Oled</a:t>
            </a:r>
            <a:endParaRPr lang="en-CA" dirty="0"/>
          </a:p>
          <a:p>
            <a:pPr algn="ctr"/>
            <a:endParaRPr lang="en-CA" dirty="0"/>
          </a:p>
          <a:p>
            <a:pPr algn="ctr"/>
            <a:r>
              <a:rPr lang="en-CA" dirty="0"/>
              <a:t>Tyler Meira</a:t>
            </a:r>
          </a:p>
        </p:txBody>
      </p:sp>
      <p:sp>
        <p:nvSpPr>
          <p:cNvPr id="13" name="AutoShape 10">
            <a:extLst>
              <a:ext uri="{FF2B5EF4-FFF2-40B4-BE49-F238E27FC236}">
                <a16:creationId xmlns:a16="http://schemas.microsoft.com/office/drawing/2014/main" id="{E7A0D6DC-69CD-60CF-EE81-106DF8D184A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21438879">
            <a:off x="6346372" y="2843548"/>
            <a:ext cx="1194472" cy="1194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CA" dirty="0"/>
              <a:t>AtTiny84</a:t>
            </a:r>
          </a:p>
          <a:p>
            <a:pPr algn="ctr"/>
            <a:endParaRPr lang="en-CA" dirty="0"/>
          </a:p>
          <a:p>
            <a:pPr algn="ctr"/>
            <a:r>
              <a:rPr lang="en-CA" dirty="0"/>
              <a:t>Ngoc Le</a:t>
            </a:r>
          </a:p>
        </p:txBody>
      </p:sp>
      <p:sp>
        <p:nvSpPr>
          <p:cNvPr id="14" name="AutoShape 12">
            <a:extLst>
              <a:ext uri="{FF2B5EF4-FFF2-40B4-BE49-F238E27FC236}">
                <a16:creationId xmlns:a16="http://schemas.microsoft.com/office/drawing/2014/main" id="{B3A645AD-F60F-B195-4ADC-B4DFAC0DEE0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21405402">
            <a:off x="8671996" y="2666736"/>
            <a:ext cx="1870975" cy="1409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CA" dirty="0"/>
              <a:t>360 Micro Servo</a:t>
            </a:r>
          </a:p>
          <a:p>
            <a:pPr algn="ctr"/>
            <a:endParaRPr lang="en-CA" dirty="0"/>
          </a:p>
          <a:p>
            <a:pPr algn="ctr"/>
            <a:r>
              <a:rPr lang="en-CA" dirty="0"/>
              <a:t>Amos Sadiq</a:t>
            </a:r>
          </a:p>
        </p:txBody>
      </p:sp>
    </p:spTree>
    <p:extLst>
      <p:ext uri="{BB962C8B-B14F-4D97-AF65-F5344CB8AC3E}">
        <p14:creationId xmlns:p14="http://schemas.microsoft.com/office/powerpoint/2010/main" val="3654972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CBCD07B-D885-79E6-E5E4-5C3FDCDC96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4" b="1371"/>
          <a:stretch>
            <a:fillRect/>
          </a:stretch>
        </p:blipFill>
        <p:spPr>
          <a:xfrm>
            <a:off x="7113016" y="471315"/>
            <a:ext cx="4391095" cy="33437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30D0A9-3370-DC47-C35D-7E0D37F62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912" y="4714814"/>
            <a:ext cx="10818199" cy="107521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800"/>
              <a:t>Database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BE4E819-5974-EA2F-FC04-C4EE00EC86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270" y="471315"/>
            <a:ext cx="6663306" cy="334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619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614A0-83F0-7502-DB89-7437A2E67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427" y="5649686"/>
            <a:ext cx="10014745" cy="84334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6800" dirty="0"/>
              <a:t>Mobile App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5B70BB-5076-1F7D-B696-BF82FAA8E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427" y="364974"/>
            <a:ext cx="2856672" cy="47611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6594F5-B79C-3BBF-6E4F-EBB8806618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4812" y="392196"/>
            <a:ext cx="3041531" cy="47339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2F8389-B7E4-9677-C938-123775A96D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4799" y="364974"/>
            <a:ext cx="2721429" cy="469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514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F287D-855D-30C0-A788-EEB867640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305761"/>
            <a:ext cx="9618133" cy="1043108"/>
          </a:xfrm>
        </p:spPr>
        <p:txBody>
          <a:bodyPr>
            <a:normAutofit/>
          </a:bodyPr>
          <a:lstStyle/>
          <a:p>
            <a:pPr algn="ctr"/>
            <a:r>
              <a:rPr lang="en-CA" sz="4800" dirty="0"/>
              <a:t>Demonstration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84655-D3E5-47E2-692F-08A796786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933" y="1469571"/>
            <a:ext cx="9618133" cy="4343400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CA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We are using Anthonys Raspberry pi, the power supply and cables will be provide by Anthony </a:t>
            </a:r>
            <a:r>
              <a:rPr lang="en-CA" sz="18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aswell</a:t>
            </a:r>
            <a:r>
              <a:rPr lang="en-CA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CA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We will be using Ngoc Le’s laptop for our demonstration, </a:t>
            </a:r>
          </a:p>
          <a:p>
            <a:pPr>
              <a:lnSpc>
                <a:spcPct val="110000"/>
              </a:lnSpc>
            </a:pPr>
            <a:r>
              <a:rPr lang="en-CA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</a:t>
            </a:r>
            <a:r>
              <a:rPr lang="en-CA" sz="18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pcB’s</a:t>
            </a:r>
            <a:r>
              <a:rPr lang="en-CA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being used in our project are Tyler’s And Ngocs created last semester in our Hardware production Class</a:t>
            </a:r>
          </a:p>
          <a:p>
            <a:pPr>
              <a:lnSpc>
                <a:spcPct val="110000"/>
              </a:lnSpc>
            </a:pPr>
            <a:r>
              <a:rPr lang="en-CA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For our demonstration a user will have already created an account through our app</a:t>
            </a:r>
          </a:p>
          <a:p>
            <a:pPr>
              <a:lnSpc>
                <a:spcPct val="110000"/>
              </a:lnSpc>
            </a:pPr>
            <a:r>
              <a:rPr lang="en-CA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We simulate how a user would interact with our hardware once they have accepted a job</a:t>
            </a:r>
          </a:p>
          <a:p>
            <a:pPr>
              <a:lnSpc>
                <a:spcPct val="110000"/>
              </a:lnSpc>
            </a:pPr>
            <a:r>
              <a:rPr lang="en-CA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 user will use the keypad to interact wit the menu through the Zio </a:t>
            </a:r>
            <a:r>
              <a:rPr lang="en-CA" sz="18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Oled</a:t>
            </a:r>
            <a:r>
              <a:rPr lang="en-CA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</a:t>
            </a:r>
          </a:p>
          <a:p>
            <a:pPr>
              <a:lnSpc>
                <a:spcPct val="110000"/>
              </a:lnSpc>
            </a:pPr>
            <a:r>
              <a:rPr lang="en-CA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Select who they are and punch in using the fingerprint sensor</a:t>
            </a:r>
          </a:p>
          <a:p>
            <a:pPr>
              <a:lnSpc>
                <a:spcPct val="110000"/>
              </a:lnSpc>
            </a:pPr>
            <a:endParaRPr lang="en-CA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10000"/>
              </a:lnSpc>
            </a:pPr>
            <a:r>
              <a:rPr lang="en-CA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Our Project is a proof-of-concept prototype.</a:t>
            </a:r>
          </a:p>
          <a:p>
            <a:pPr>
              <a:lnSpc>
                <a:spcPct val="110000"/>
              </a:lnSpc>
            </a:pPr>
            <a:endParaRPr lang="en-CA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5067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85634-2FBF-FC37-195F-1CDC64267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407" y="1044250"/>
            <a:ext cx="9841575" cy="264600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/>
              <a:t>Demonstration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67374-C750-EAC3-628A-1038BB2FC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407" y="4058557"/>
            <a:ext cx="9841575" cy="190681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800">
                <a:solidFill>
                  <a:schemeClr val="tx1">
                    <a:lumMod val="85000"/>
                    <a:lumOff val="15000"/>
                  </a:schemeClr>
                </a:solidFill>
              </a:rPr>
              <a:t>* Video To be included.</a:t>
            </a:r>
          </a:p>
        </p:txBody>
      </p:sp>
    </p:spTree>
    <p:extLst>
      <p:ext uri="{BB962C8B-B14F-4D97-AF65-F5344CB8AC3E}">
        <p14:creationId xmlns:p14="http://schemas.microsoft.com/office/powerpoint/2010/main" val="22348916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CF823853-53CC-4249-AEDB-2EA9F718B2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Main Event</Template>
  <TotalTime>160</TotalTime>
  <Words>143</Words>
  <Application>Microsoft Office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Impact</vt:lpstr>
      <vt:lpstr>Main Event</vt:lpstr>
      <vt:lpstr>Hardware</vt:lpstr>
      <vt:lpstr>Database</vt:lpstr>
      <vt:lpstr>Mobile App</vt:lpstr>
      <vt:lpstr>Demonstration Setup</vt:lpstr>
      <vt:lpstr>Demonstration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Tyler M</dc:creator>
  <cp:lastModifiedBy>TYLER Meira</cp:lastModifiedBy>
  <cp:revision>5</cp:revision>
  <dcterms:created xsi:type="dcterms:W3CDTF">2026-03-23T17:19:54Z</dcterms:created>
  <dcterms:modified xsi:type="dcterms:W3CDTF">2026-04-13T17:42:18Z</dcterms:modified>
</cp:coreProperties>
</file>